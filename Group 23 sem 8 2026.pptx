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120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407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82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74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751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73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873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306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840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275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637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657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828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0777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292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887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1227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209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297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Advantages and Limitations of Stage-Gate Model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Prepared Presentation</a:t>
            </a:r>
          </a:p>
          <a:p>
            <a:r>
              <a:t>Clean academic format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Stage-Gate Model is a project management approach that divides product development into stages separated by decision gates.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Stage: Work activities are performed</a:t>
            </a:r>
          </a:p>
          <a:p>
            <a:r>
              <a:rPr dirty="0"/>
              <a:t>• Gate: Review and decision point</a:t>
            </a:r>
          </a:p>
          <a:p>
            <a:r>
              <a:rPr dirty="0"/>
              <a:t>• Continue, hold, recycle, or stop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Structured workflow</a:t>
            </a:r>
          </a:p>
          <a:p>
            <a:r>
              <a:t>• Better decision making</a:t>
            </a:r>
          </a:p>
          <a:p>
            <a:r>
              <a:t>• Reduces risks</a:t>
            </a:r>
          </a:p>
          <a:p>
            <a:r>
              <a:t>• Improves project visibility</a:t>
            </a:r>
          </a:p>
          <a:p>
            <a:r>
              <a:t>• Efficient resource allocation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More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Cross-functional collaboration</a:t>
            </a:r>
          </a:p>
          <a:p>
            <a:r>
              <a:t>• Better quality control</a:t>
            </a:r>
          </a:p>
          <a:p>
            <a:r>
              <a:t>• Faster problem identification</a:t>
            </a:r>
          </a:p>
          <a:p>
            <a:r>
              <a:t>• Increased success 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Can be time consuming</a:t>
            </a:r>
          </a:p>
          <a:p>
            <a:r>
              <a:t>• High documentation effort</a:t>
            </a:r>
          </a:p>
          <a:p>
            <a:r>
              <a:t>• Less flexibility</a:t>
            </a:r>
          </a:p>
          <a:p>
            <a:r>
              <a:t>• Delays due to approval process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More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Difficult for rapidly changing projects</a:t>
            </a:r>
          </a:p>
          <a:p>
            <a:r>
              <a:t>• Increased administrative work</a:t>
            </a:r>
          </a:p>
          <a:p>
            <a:r>
              <a:t>• Not ideal for Agile environments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Stage-Gate Model provides a systematic process but should be selected based on project needs and flexibility requirements.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</TotalTime>
  <Words>151</Words>
  <Application>Microsoft Office PowerPoint</Application>
  <PresentationFormat>On-screen Show (4:3)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 Boardroom</vt:lpstr>
      <vt:lpstr>Advantages and Limitations of Stage-Gate Model</vt:lpstr>
      <vt:lpstr>Introduction</vt:lpstr>
      <vt:lpstr>How it Works</vt:lpstr>
      <vt:lpstr>Advantages</vt:lpstr>
      <vt:lpstr>More Advantages</vt:lpstr>
      <vt:lpstr>Limitations</vt:lpstr>
      <vt:lpstr>More Limitations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Advantages and Limitations of Stage-Gate Model</dc:title>
  <dc:subject/>
  <dc:creator>Deepak Kumar</dc:creator>
  <cp:keywords/>
  <dc:description>generated using python-pptx</dc:description>
  <cp:lastModifiedBy>Deepak Kumar</cp:lastModifiedBy>
  <cp:revision>2</cp:revision>
  <dcterms:created xsi:type="dcterms:W3CDTF">2013-01-27T09:14:16Z</dcterms:created>
  <dcterms:modified xsi:type="dcterms:W3CDTF">2026-05-19T09:28:27Z</dcterms:modified>
  <cp:category/>
</cp:coreProperties>
</file>